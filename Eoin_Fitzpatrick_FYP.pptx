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67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D3958-77D9-4C9D-8941-36C35AAECEFF}" v="18" dt="2026-04-27T20:19:56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OIN FITZPATRICK - STUDENT" userId="fcdf778b-59a1-4f01-9e02-8d3b385aabc6" providerId="ADAL" clId="{B562802B-E31B-48F8-8D5B-ACFDFC846745}"/>
    <pc:docChg chg="undo custSel modSld">
      <pc:chgData name="EOIN FITZPATRICK - STUDENT" userId="fcdf778b-59a1-4f01-9e02-8d3b385aabc6" providerId="ADAL" clId="{B562802B-E31B-48F8-8D5B-ACFDFC846745}" dt="2026-04-27T20:52:16.912" v="433" actId="1076"/>
      <pc:docMkLst>
        <pc:docMk/>
      </pc:docMkLst>
      <pc:sldChg chg="modSp mod">
        <pc:chgData name="EOIN FITZPATRICK - STUDENT" userId="fcdf778b-59a1-4f01-9e02-8d3b385aabc6" providerId="ADAL" clId="{B562802B-E31B-48F8-8D5B-ACFDFC846745}" dt="2026-04-27T20:15:55.656" v="238" actId="20577"/>
        <pc:sldMkLst>
          <pc:docMk/>
          <pc:sldMk cId="0" sldId="257"/>
        </pc:sldMkLst>
        <pc:spChg chg="mod">
          <ac:chgData name="EOIN FITZPATRICK - STUDENT" userId="fcdf778b-59a1-4f01-9e02-8d3b385aabc6" providerId="ADAL" clId="{B562802B-E31B-48F8-8D5B-ACFDFC846745}" dt="2026-04-27T20:11:41.508" v="159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15:55.656" v="238" actId="20577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EOIN FITZPATRICK - STUDENT" userId="fcdf778b-59a1-4f01-9e02-8d3b385aabc6" providerId="ADAL" clId="{B562802B-E31B-48F8-8D5B-ACFDFC846745}" dt="2026-04-27T20:25:59.141" v="386" actId="20577"/>
        <pc:sldMkLst>
          <pc:docMk/>
          <pc:sldMk cId="0" sldId="261"/>
        </pc:sldMkLst>
        <pc:spChg chg="mod">
          <ac:chgData name="EOIN FITZPATRICK - STUDENT" userId="fcdf778b-59a1-4f01-9e02-8d3b385aabc6" providerId="ADAL" clId="{B562802B-E31B-48F8-8D5B-ACFDFC846745}" dt="2026-04-27T20:23:40.467" v="33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3:56.840" v="33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3:49.321" v="338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4:48.064" v="352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5:44.750" v="374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5:22.639" v="365" actId="20577"/>
          <ac:spMkLst>
            <pc:docMk/>
            <pc:sldMk cId="0" sldId="261"/>
            <ac:spMk id="28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5:13.555" v="360" actId="14100"/>
          <ac:spMkLst>
            <pc:docMk/>
            <pc:sldMk cId="0" sldId="261"/>
            <ac:spMk id="34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5:59.141" v="386" actId="20577"/>
          <ac:spMkLst>
            <pc:docMk/>
            <pc:sldMk cId="0" sldId="261"/>
            <ac:spMk id="40" creationId="{00000000-0000-0000-0000-000000000000}"/>
          </ac:spMkLst>
        </pc:spChg>
      </pc:sldChg>
      <pc:sldChg chg="modSp mod">
        <pc:chgData name="EOIN FITZPATRICK - STUDENT" userId="fcdf778b-59a1-4f01-9e02-8d3b385aabc6" providerId="ADAL" clId="{B562802B-E31B-48F8-8D5B-ACFDFC846745}" dt="2026-04-27T20:52:16.912" v="433" actId="1076"/>
        <pc:sldMkLst>
          <pc:docMk/>
          <pc:sldMk cId="0" sldId="262"/>
        </pc:sldMkLst>
        <pc:picChg chg="mod">
          <ac:chgData name="EOIN FITZPATRICK - STUDENT" userId="fcdf778b-59a1-4f01-9e02-8d3b385aabc6" providerId="ADAL" clId="{B562802B-E31B-48F8-8D5B-ACFDFC846745}" dt="2026-04-27T20:52:16.912" v="433" actId="1076"/>
          <ac:picMkLst>
            <pc:docMk/>
            <pc:sldMk cId="0" sldId="262"/>
            <ac:picMk id="25" creationId="{AC5DEC78-5ECE-9061-A33E-44A5B3B3173F}"/>
          </ac:picMkLst>
        </pc:picChg>
      </pc:sldChg>
      <pc:sldChg chg="delSp modSp mod">
        <pc:chgData name="EOIN FITZPATRICK - STUDENT" userId="fcdf778b-59a1-4f01-9e02-8d3b385aabc6" providerId="ADAL" clId="{B562802B-E31B-48F8-8D5B-ACFDFC846745}" dt="2026-04-27T20:20:12.893" v="322" actId="20577"/>
        <pc:sldMkLst>
          <pc:docMk/>
          <pc:sldMk cId="0" sldId="264"/>
        </pc:sldMkLst>
        <pc:spChg chg="mod">
          <ac:chgData name="EOIN FITZPATRICK - STUDENT" userId="fcdf778b-59a1-4f01-9e02-8d3b385aabc6" providerId="ADAL" clId="{B562802B-E31B-48F8-8D5B-ACFDFC846745}" dt="2026-04-27T20:18:55.492" v="257" actId="207"/>
          <ac:spMkLst>
            <pc:docMk/>
            <pc:sldMk cId="0" sldId="264"/>
            <ac:spMk id="14" creationId="{00000000-0000-0000-0000-000000000000}"/>
          </ac:spMkLst>
        </pc:spChg>
        <pc:spChg chg="del">
          <ac:chgData name="EOIN FITZPATRICK - STUDENT" userId="fcdf778b-59a1-4f01-9e02-8d3b385aabc6" providerId="ADAL" clId="{B562802B-E31B-48F8-8D5B-ACFDFC846745}" dt="2026-04-27T20:19:08.296" v="259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EOIN FITZPATRICK - STUDENT" userId="fcdf778b-59a1-4f01-9e02-8d3b385aabc6" providerId="ADAL" clId="{B562802B-E31B-48F8-8D5B-ACFDFC846745}" dt="2026-04-27T20:19:07.100" v="258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EOIN FITZPATRICK - STUDENT" userId="fcdf778b-59a1-4f01-9e02-8d3b385aabc6" providerId="ADAL" clId="{B562802B-E31B-48F8-8D5B-ACFDFC846745}" dt="2026-04-27T20:19:07.100" v="258" actId="47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19:16.013" v="260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20:12.893" v="322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OIN FITZPATRICK - STUDENT" userId="fcdf778b-59a1-4f01-9e02-8d3b385aabc6" providerId="ADAL" clId="{B562802B-E31B-48F8-8D5B-ACFDFC846745}" dt="2026-04-27T20:19:16.013" v="260" actId="1076"/>
          <ac:spMkLst>
            <pc:docMk/>
            <pc:sldMk cId="0" sldId="264"/>
            <ac:spMk id="20" creationId="{00000000-0000-0000-0000-000000000000}"/>
          </ac:spMkLst>
        </pc:spChg>
      </pc:sldChg>
      <pc:sldChg chg="addSp delSp modSp mod">
        <pc:chgData name="EOIN FITZPATRICK - STUDENT" userId="fcdf778b-59a1-4f01-9e02-8d3b385aabc6" providerId="ADAL" clId="{B562802B-E31B-48F8-8D5B-ACFDFC846745}" dt="2026-04-27T20:30:03.185" v="425" actId="14100"/>
        <pc:sldMkLst>
          <pc:docMk/>
          <pc:sldMk cId="0" sldId="266"/>
        </pc:sldMkLst>
        <pc:spChg chg="mod">
          <ac:chgData name="EOIN FITZPATRICK - STUDENT" userId="fcdf778b-59a1-4f01-9e02-8d3b385aabc6" providerId="ADAL" clId="{B562802B-E31B-48F8-8D5B-ACFDFC846745}" dt="2026-04-27T20:29:43.374" v="422" actId="1076"/>
          <ac:spMkLst>
            <pc:docMk/>
            <pc:sldMk cId="0" sldId="266"/>
            <ac:spMk id="6" creationId="{00000000-0000-0000-0000-000000000000}"/>
          </ac:spMkLst>
        </pc:spChg>
        <pc:picChg chg="del">
          <ac:chgData name="EOIN FITZPATRICK - STUDENT" userId="fcdf778b-59a1-4f01-9e02-8d3b385aabc6" providerId="ADAL" clId="{B562802B-E31B-48F8-8D5B-ACFDFC846745}" dt="2026-04-27T20:28:59.702" v="411" actId="478"/>
          <ac:picMkLst>
            <pc:docMk/>
            <pc:sldMk cId="0" sldId="266"/>
            <ac:picMk id="7" creationId="{00000000-0000-0000-0000-000000000000}"/>
          </ac:picMkLst>
        </pc:picChg>
        <pc:picChg chg="add mod">
          <ac:chgData name="EOIN FITZPATRICK - STUDENT" userId="fcdf778b-59a1-4f01-9e02-8d3b385aabc6" providerId="ADAL" clId="{B562802B-E31B-48F8-8D5B-ACFDFC846745}" dt="2026-04-27T20:30:03.185" v="425" actId="14100"/>
          <ac:picMkLst>
            <pc:docMk/>
            <pc:sldMk cId="0" sldId="266"/>
            <ac:picMk id="20" creationId="{DE27CF66-2774-37AD-7D2D-BF6D1A4C7689}"/>
          </ac:picMkLst>
        </pc:picChg>
      </pc:sldChg>
      <pc:sldChg chg="addSp modSp mod">
        <pc:chgData name="EOIN FITZPATRICK - STUDENT" userId="fcdf778b-59a1-4f01-9e02-8d3b385aabc6" providerId="ADAL" clId="{B562802B-E31B-48F8-8D5B-ACFDFC846745}" dt="2026-04-27T20:13:42.966" v="168" actId="20577"/>
        <pc:sldMkLst>
          <pc:docMk/>
          <pc:sldMk cId="0" sldId="267"/>
        </pc:sldMkLst>
        <pc:spChg chg="mod">
          <ac:chgData name="EOIN FITZPATRICK - STUDENT" userId="fcdf778b-59a1-4f01-9e02-8d3b385aabc6" providerId="ADAL" clId="{B562802B-E31B-48F8-8D5B-ACFDFC846745}" dt="2026-04-27T20:13:42.966" v="168" actId="20577"/>
          <ac:spMkLst>
            <pc:docMk/>
            <pc:sldMk cId="0" sldId="267"/>
            <ac:spMk id="18" creationId="{00000000-0000-0000-0000-000000000000}"/>
          </ac:spMkLst>
        </pc:spChg>
        <pc:spChg chg="add">
          <ac:chgData name="EOIN FITZPATRICK - STUDENT" userId="fcdf778b-59a1-4f01-9e02-8d3b385aabc6" providerId="ADAL" clId="{B562802B-E31B-48F8-8D5B-ACFDFC846745}" dt="2026-04-27T19:57:48.084" v="27"/>
          <ac:spMkLst>
            <pc:docMk/>
            <pc:sldMk cId="0" sldId="267"/>
            <ac:spMk id="19" creationId="{F3EA8DBE-7B79-DDF0-A3EF-FDAD5972B4F5}"/>
          </ac:spMkLst>
        </pc:spChg>
      </pc:sldChg>
      <pc:sldChg chg="addSp delSp modSp mod">
        <pc:chgData name="EOIN FITZPATRICK - STUDENT" userId="fcdf778b-59a1-4f01-9e02-8d3b385aabc6" providerId="ADAL" clId="{B562802B-E31B-48F8-8D5B-ACFDFC846745}" dt="2026-04-27T20:14:05.328" v="174" actId="20577"/>
        <pc:sldMkLst>
          <pc:docMk/>
          <pc:sldMk cId="3740784823" sldId="271"/>
        </pc:sldMkLst>
        <pc:spChg chg="mod">
          <ac:chgData name="EOIN FITZPATRICK - STUDENT" userId="fcdf778b-59a1-4f01-9e02-8d3b385aabc6" providerId="ADAL" clId="{B562802B-E31B-48F8-8D5B-ACFDFC846745}" dt="2026-04-27T20:14:05.328" v="174" actId="20577"/>
          <ac:spMkLst>
            <pc:docMk/>
            <pc:sldMk cId="3740784823" sldId="271"/>
            <ac:spMk id="18" creationId="{50A12951-5E0B-FABB-7D9D-F448B78C9A72}"/>
          </ac:spMkLst>
        </pc:spChg>
        <pc:spChg chg="add mod">
          <ac:chgData name="EOIN FITZPATRICK - STUDENT" userId="fcdf778b-59a1-4f01-9e02-8d3b385aabc6" providerId="ADAL" clId="{B562802B-E31B-48F8-8D5B-ACFDFC846745}" dt="2026-04-27T19:54:48.201" v="5" actId="20577"/>
          <ac:spMkLst>
            <pc:docMk/>
            <pc:sldMk cId="3740784823" sldId="271"/>
            <ac:spMk id="23" creationId="{704251A1-F9E8-3396-DC4B-2BCC3726C63F}"/>
          </ac:spMkLst>
        </pc:spChg>
        <pc:spChg chg="add del mod">
          <ac:chgData name="EOIN FITZPATRICK - STUDENT" userId="fcdf778b-59a1-4f01-9e02-8d3b385aabc6" providerId="ADAL" clId="{B562802B-E31B-48F8-8D5B-ACFDFC846745}" dt="2026-04-27T19:57:23.336" v="22" actId="20577"/>
          <ac:spMkLst>
            <pc:docMk/>
            <pc:sldMk cId="3740784823" sldId="271"/>
            <ac:spMk id="24" creationId="{573FC2DD-4866-5271-4771-A29186CAC365}"/>
          </ac:spMkLst>
        </pc:spChg>
        <pc:spChg chg="add">
          <ac:chgData name="EOIN FITZPATRICK - STUDENT" userId="fcdf778b-59a1-4f01-9e02-8d3b385aabc6" providerId="ADAL" clId="{B562802B-E31B-48F8-8D5B-ACFDFC846745}" dt="2026-04-27T19:55:31.708" v="14"/>
          <ac:spMkLst>
            <pc:docMk/>
            <pc:sldMk cId="3740784823" sldId="271"/>
            <ac:spMk id="25" creationId="{CCC5CBF7-54A9-32E8-BFEE-30CD4F65C24F}"/>
          </ac:spMkLst>
        </pc:spChg>
        <pc:spChg chg="add mod">
          <ac:chgData name="EOIN FITZPATRICK - STUDENT" userId="fcdf778b-59a1-4f01-9e02-8d3b385aabc6" providerId="ADAL" clId="{B562802B-E31B-48F8-8D5B-ACFDFC846745}" dt="2026-04-27T20:06:16.364" v="139" actId="207"/>
          <ac:spMkLst>
            <pc:docMk/>
            <pc:sldMk cId="3740784823" sldId="271"/>
            <ac:spMk id="26" creationId="{30C5C500-7B0C-DE1D-EDEB-14E1461EF359}"/>
          </ac:spMkLst>
        </pc:spChg>
        <pc:spChg chg="add mod ord">
          <ac:chgData name="EOIN FITZPATRICK - STUDENT" userId="fcdf778b-59a1-4f01-9e02-8d3b385aabc6" providerId="ADAL" clId="{B562802B-E31B-48F8-8D5B-ACFDFC846745}" dt="2026-04-27T19:58:23.257" v="34" actId="14100"/>
          <ac:spMkLst>
            <pc:docMk/>
            <pc:sldMk cId="3740784823" sldId="271"/>
            <ac:spMk id="27" creationId="{DE664F06-8E2B-E1FD-3A86-F64F6650F6B4}"/>
          </ac:spMkLst>
        </pc:spChg>
        <pc:picChg chg="mod">
          <ac:chgData name="EOIN FITZPATRICK - STUDENT" userId="fcdf778b-59a1-4f01-9e02-8d3b385aabc6" providerId="ADAL" clId="{B562802B-E31B-48F8-8D5B-ACFDFC846745}" dt="2026-04-27T19:57:43.066" v="26" actId="14100"/>
          <ac:picMkLst>
            <pc:docMk/>
            <pc:sldMk cId="3740784823" sldId="271"/>
            <ac:picMk id="22" creationId="{76C11033-5303-064C-2251-0481D7A42470}"/>
          </ac:picMkLst>
        </pc:picChg>
      </pc:sldChg>
      <pc:sldChg chg="addSp modSp mod">
        <pc:chgData name="EOIN FITZPATRICK - STUDENT" userId="fcdf778b-59a1-4f01-9e02-8d3b385aabc6" providerId="ADAL" clId="{B562802B-E31B-48F8-8D5B-ACFDFC846745}" dt="2026-04-27T20:16:28.708" v="241" actId="20577"/>
        <pc:sldMkLst>
          <pc:docMk/>
          <pc:sldMk cId="3607933147" sldId="272"/>
        </pc:sldMkLst>
        <pc:spChg chg="mod">
          <ac:chgData name="EOIN FITZPATRICK - STUDENT" userId="fcdf778b-59a1-4f01-9e02-8d3b385aabc6" providerId="ADAL" clId="{B562802B-E31B-48F8-8D5B-ACFDFC846745}" dt="2026-04-27T20:16:28.708" v="241" actId="20577"/>
          <ac:spMkLst>
            <pc:docMk/>
            <pc:sldMk cId="3607933147" sldId="272"/>
            <ac:spMk id="4" creationId="{7668E191-EB28-E848-4C92-FB1585E742E6}"/>
          </ac:spMkLst>
        </pc:spChg>
        <pc:spChg chg="mod">
          <ac:chgData name="EOIN FITZPATRICK - STUDENT" userId="fcdf778b-59a1-4f01-9e02-8d3b385aabc6" providerId="ADAL" clId="{B562802B-E31B-48F8-8D5B-ACFDFC846745}" dt="2026-04-27T20:13:59.215" v="172" actId="20577"/>
          <ac:spMkLst>
            <pc:docMk/>
            <pc:sldMk cId="3607933147" sldId="272"/>
            <ac:spMk id="18" creationId="{D6543D1B-ED3E-870E-C4DC-27D33E07A02B}"/>
          </ac:spMkLst>
        </pc:spChg>
        <pc:spChg chg="add mod">
          <ac:chgData name="EOIN FITZPATRICK - STUDENT" userId="fcdf778b-59a1-4f01-9e02-8d3b385aabc6" providerId="ADAL" clId="{B562802B-E31B-48F8-8D5B-ACFDFC846745}" dt="2026-04-27T20:06:10.793" v="138" actId="207"/>
          <ac:spMkLst>
            <pc:docMk/>
            <pc:sldMk cId="3607933147" sldId="272"/>
            <ac:spMk id="23" creationId="{BC6E0D0D-2E2B-5FCD-5D6D-A4AA9EFDD36E}"/>
          </ac:spMkLst>
        </pc:spChg>
        <pc:picChg chg="mod">
          <ac:chgData name="EOIN FITZPATRICK - STUDENT" userId="fcdf778b-59a1-4f01-9e02-8d3b385aabc6" providerId="ADAL" clId="{B562802B-E31B-48F8-8D5B-ACFDFC846745}" dt="2026-04-27T20:00:15.934" v="39" actId="1076"/>
          <ac:picMkLst>
            <pc:docMk/>
            <pc:sldMk cId="3607933147" sldId="272"/>
            <ac:picMk id="20" creationId="{88A52674-D7F8-4345-6D27-4D920040DD47}"/>
          </ac:picMkLst>
        </pc:picChg>
        <pc:picChg chg="mod">
          <ac:chgData name="EOIN FITZPATRICK - STUDENT" userId="fcdf778b-59a1-4f01-9e02-8d3b385aabc6" providerId="ADAL" clId="{B562802B-E31B-48F8-8D5B-ACFDFC846745}" dt="2026-04-27T20:00:19.122" v="40" actId="1076"/>
          <ac:picMkLst>
            <pc:docMk/>
            <pc:sldMk cId="3607933147" sldId="272"/>
            <ac:picMk id="22" creationId="{B8FDAE1E-9A61-02AA-D3AE-B47D767F6F94}"/>
          </ac:picMkLst>
        </pc:picChg>
      </pc:sldChg>
      <pc:sldChg chg="addSp modSp mod">
        <pc:chgData name="EOIN FITZPATRICK - STUDENT" userId="fcdf778b-59a1-4f01-9e02-8d3b385aabc6" providerId="ADAL" clId="{B562802B-E31B-48F8-8D5B-ACFDFC846745}" dt="2026-04-27T20:27:11.759" v="410" actId="20577"/>
        <pc:sldMkLst>
          <pc:docMk/>
          <pc:sldMk cId="4081454434" sldId="273"/>
        </pc:sldMkLst>
        <pc:spChg chg="mod">
          <ac:chgData name="EOIN FITZPATRICK - STUDENT" userId="fcdf778b-59a1-4f01-9e02-8d3b385aabc6" providerId="ADAL" clId="{B562802B-E31B-48F8-8D5B-ACFDFC846745}" dt="2026-04-27T20:27:11.759" v="410" actId="20577"/>
          <ac:spMkLst>
            <pc:docMk/>
            <pc:sldMk cId="4081454434" sldId="273"/>
            <ac:spMk id="4" creationId="{D211E40E-9CB1-82B7-23F7-DA59925256A3}"/>
          </ac:spMkLst>
        </pc:spChg>
        <pc:spChg chg="add mod">
          <ac:chgData name="EOIN FITZPATRICK - STUDENT" userId="fcdf778b-59a1-4f01-9e02-8d3b385aabc6" providerId="ADAL" clId="{B562802B-E31B-48F8-8D5B-ACFDFC846745}" dt="2026-04-27T20:06:01.590" v="137" actId="1076"/>
          <ac:spMkLst>
            <pc:docMk/>
            <pc:sldMk cId="4081454434" sldId="273"/>
            <ac:spMk id="10" creationId="{4183FDDF-1DC3-9B9E-71D3-CE854B88E9DC}"/>
          </ac:spMkLst>
        </pc:spChg>
        <pc:spChg chg="mod">
          <ac:chgData name="EOIN FITZPATRICK - STUDENT" userId="fcdf778b-59a1-4f01-9e02-8d3b385aabc6" providerId="ADAL" clId="{B562802B-E31B-48F8-8D5B-ACFDFC846745}" dt="2026-04-27T20:13:52.556" v="170" actId="20577"/>
          <ac:spMkLst>
            <pc:docMk/>
            <pc:sldMk cId="4081454434" sldId="273"/>
            <ac:spMk id="18" creationId="{CB686FAA-2143-9ED5-FD83-40FCC31E8CDA}"/>
          </ac:spMkLst>
        </pc:spChg>
        <pc:picChg chg="mod">
          <ac:chgData name="EOIN FITZPATRICK - STUDENT" userId="fcdf778b-59a1-4f01-9e02-8d3b385aabc6" providerId="ADAL" clId="{B562802B-E31B-48F8-8D5B-ACFDFC846745}" dt="2026-04-27T20:05:55.560" v="136" actId="14100"/>
          <ac:picMkLst>
            <pc:docMk/>
            <pc:sldMk cId="4081454434" sldId="273"/>
            <ac:picMk id="7" creationId="{8E3E449C-366C-58D9-2076-EE7CD4B70B46}"/>
          </ac:picMkLst>
        </pc:picChg>
        <pc:picChg chg="mod">
          <ac:chgData name="EOIN FITZPATRICK - STUDENT" userId="fcdf778b-59a1-4f01-9e02-8d3b385aabc6" providerId="ADAL" clId="{B562802B-E31B-48F8-8D5B-ACFDFC846745}" dt="2026-04-27T20:05:51.237" v="135" actId="14100"/>
          <ac:picMkLst>
            <pc:docMk/>
            <pc:sldMk cId="4081454434" sldId="273"/>
            <ac:picMk id="9" creationId="{1B9CDF24-5479-BB53-A652-6C75983B5617}"/>
          </ac:picMkLst>
        </pc:picChg>
      </pc:sldChg>
      <pc:sldChg chg="modSp mod">
        <pc:chgData name="EOIN FITZPATRICK - STUDENT" userId="fcdf778b-59a1-4f01-9e02-8d3b385aabc6" providerId="ADAL" clId="{B562802B-E31B-48F8-8D5B-ACFDFC846745}" dt="2026-04-27T20:13:28.834" v="164" actId="20577"/>
        <pc:sldMkLst>
          <pc:docMk/>
          <pc:sldMk cId="3249816502" sldId="274"/>
        </pc:sldMkLst>
        <pc:spChg chg="mod">
          <ac:chgData name="EOIN FITZPATRICK - STUDENT" userId="fcdf778b-59a1-4f01-9e02-8d3b385aabc6" providerId="ADAL" clId="{B562802B-E31B-48F8-8D5B-ACFDFC846745}" dt="2026-04-27T20:13:28.834" v="164" actId="20577"/>
          <ac:spMkLst>
            <pc:docMk/>
            <pc:sldMk cId="3249816502" sldId="274"/>
            <ac:spMk id="19" creationId="{2DC866B4-8915-0C49-D814-56B1FEC2F0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93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07E2-B8AE-1BAA-9021-28C66537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0857D-A92F-A66D-16A9-BCAEADBA5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2AB90-6DC7-A249-0B95-5F140EECC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095F7-4F7A-34EB-D76F-11B3841BF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73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E2DB-12CF-FBF3-3798-E364CB4B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F622D-B767-3F73-92E9-B768E13D6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B532F-45B1-1FDE-716E-8BC67C03B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2EBFF-62F5-F447-E12C-9421B49CF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25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0DBAE-6445-1451-6803-E032CF93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AD7E7-4370-6205-2C85-8FE5E6361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760DF-9BA0-ABC5-8766-0CE0F18C0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8F238-43B1-9E37-BE44-8CE999E069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5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ACA16-04A5-2261-35FD-6FF3CDB2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713F3-6F0B-C161-86EE-0670BC71B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88159-F0A4-7F7C-8AEB-FBCEE8B40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4F937-1B4F-8717-E540-9584BBAD0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3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Smart Doorbell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13232" y="263804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face recognition, gesture recognition and a simple smart-home interface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04038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51760" y="30403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" y="413994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 Galway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Supervisor: Brian O'Shea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46520" y="5605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3232" y="6053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 wanted to solve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0" y="3931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41248" y="1527048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50392" y="1645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5024" y="177143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/>
              <a:t>Recognising</a:t>
            </a:r>
            <a:r>
              <a:rPr lang="en-US" sz="2000" b="1" dirty="0"/>
              <a:t> visitors can become difficult</a:t>
            </a:r>
          </a:p>
        </p:txBody>
      </p:sp>
      <p:sp>
        <p:nvSpPr>
          <p:cNvPr id="11" name="Text 9"/>
          <p:cNvSpPr/>
          <p:nvPr/>
        </p:nvSpPr>
        <p:spPr>
          <a:xfrm>
            <a:off x="1344168" y="1911096"/>
            <a:ext cx="23774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/>
              <a:t>For someone with memory loss or Alzheimer’s, a familiar person may not be </a:t>
            </a:r>
            <a:r>
              <a:rPr lang="en-US" dirty="0" err="1"/>
              <a:t>recognised</a:t>
            </a:r>
            <a:r>
              <a:rPr lang="en-US" dirty="0"/>
              <a:t> straight away when they arrive at the door or enter the home.</a:t>
            </a:r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599432" y="1527048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4599432" y="1645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3208" y="177143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/>
              <a:t>A normal camera does not fully solve this</a:t>
            </a:r>
          </a:p>
        </p:txBody>
      </p:sp>
      <p:sp>
        <p:nvSpPr>
          <p:cNvPr id="16" name="Text 14"/>
          <p:cNvSpPr/>
          <p:nvPr/>
        </p:nvSpPr>
        <p:spPr>
          <a:xfrm>
            <a:off x="5093208" y="1911096"/>
            <a:ext cx="23774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/>
              <a:t>The aim is to clearly show whether the visitor is known or unknown, and help the user feel more confident before interacting with them.</a:t>
            </a:r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8348472" y="1530067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8348472" y="1645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42248" y="1609344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results need to be simple and clear 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842248" y="1911096"/>
            <a:ext cx="237744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should be clear at a glance: known person, unknown person, gesture, and door state</a:t>
            </a: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97280" y="58704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aim and scope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aim was to build a working prototype that joins AI recognition with a real-time web app.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2606040" cy="3657600"/>
          </a:xfrm>
          <a:prstGeom prst="roundRect">
            <a:avLst>
              <a:gd name="adj" fmla="val 5854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50392" y="2077931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850392" y="2194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446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Recognise visitors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44168" y="3332988"/>
            <a:ext cx="17373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a face from the camera feed and compare it with stored known users.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66160" y="1965959"/>
            <a:ext cx="2606040" cy="3657599"/>
          </a:xfrm>
          <a:prstGeom prst="roundRect">
            <a:avLst>
              <a:gd name="adj" fmla="val 5854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39896" y="2084832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3739896" y="2194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24528" y="21305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simple gestures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24528" y="3355848"/>
            <a:ext cx="17373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hand gestures so the prototype can simulate actions such as open or close.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46520" y="1965960"/>
            <a:ext cx="2606040" cy="3657600"/>
          </a:xfrm>
          <a:prstGeom prst="roundRect">
            <a:avLst>
              <a:gd name="adj" fmla="val 5854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611112" y="2077931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6611112" y="2194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04888" y="213055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local data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04888" y="3310128"/>
            <a:ext cx="17373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small local database for enrolled users and face encodings.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326880" y="1965960"/>
            <a:ext cx="2148840" cy="3657600"/>
          </a:xfrm>
          <a:prstGeom prst="roundRect">
            <a:avLst>
              <a:gd name="adj" fmla="val 5854"/>
            </a:avLst>
          </a:prstGeom>
          <a:solidFill>
            <a:srgbClr val="F3E8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491472" y="2077931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9491472" y="2194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85248" y="21305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Stay realistic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75520" y="3310128"/>
            <a:ext cx="138988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first: test the concept, limits and risks.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00200" y="47731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built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 SYSTEM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4360" y="1965959"/>
            <a:ext cx="2057400" cy="2588787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frontend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712230"/>
            <a:ext cx="1600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camera, overlay, controls, simulation and results page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60904" y="3300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1965960"/>
            <a:ext cx="2057400" cy="2588786"/>
          </a:xfrm>
          <a:prstGeom prst="roundRect">
            <a:avLst>
              <a:gd name="adj" fmla="val 533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3154680" y="221284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WebSocket layer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54680" y="2688853"/>
            <a:ext cx="1600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Sends captured frames and receives JSON recognition results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31443" y="3300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7800" y="1965960"/>
            <a:ext cx="2057400" cy="2588786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/>
          <p:nvPr/>
        </p:nvSpPr>
        <p:spPr>
          <a:xfrm>
            <a:off x="5486400" y="2179531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backend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0" y="2595067"/>
            <a:ext cx="1600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Decodes frames and coordinates the recognition services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0920" y="3300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1965960"/>
            <a:ext cx="2057400" cy="2588786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/>
          <p:nvPr/>
        </p:nvSpPr>
        <p:spPr>
          <a:xfrm>
            <a:off x="7818120" y="213055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services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818120" y="2595067"/>
            <a:ext cx="16002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recognition, gesture recognition and smoothing logic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92640" y="3300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21240" y="1965959"/>
            <a:ext cx="1920240" cy="2588785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/>
          <p:nvPr/>
        </p:nvSpPr>
        <p:spPr>
          <a:xfrm>
            <a:off x="10149840" y="213055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Stored data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149840" y="2459736"/>
            <a:ext cx="14630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face database and trained gesture model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1078992" y="50840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app takes live input, processes it in real time, and returns a result the user can understand.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0835640" cy="5138928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pic>
        <p:nvPicPr>
          <p:cNvPr id="7" name="Image 0" descr="/mnt/data/1e76a2f9-3275-43d2-be00-b29f5627f1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040" y="1216152"/>
            <a:ext cx="8689160" cy="4992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569214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10328" y="56921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025128" y="5692140"/>
            <a:ext cx="1380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 frame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FRAME THROUGH THE SYSTEM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627632" cy="28712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704088" y="1984248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722376" y="21031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62237" y="1961587"/>
            <a:ext cx="1013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Webcam 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6676" y="2688336"/>
            <a:ext cx="125730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captures a frame from the live video feed.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67712" y="339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1627632" cy="28712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2565065" y="1970532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2565065" y="21031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13705" y="2085609"/>
            <a:ext cx="818215" cy="237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JPEG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06624" y="2607075"/>
            <a:ext cx="12618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 is compressed and sent over /ws.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69664" y="339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89120" y="1874519"/>
            <a:ext cx="1627632" cy="287121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Shape 18"/>
          <p:cNvSpPr/>
          <p:nvPr/>
        </p:nvSpPr>
        <p:spPr>
          <a:xfrm>
            <a:off x="4466844" y="1948705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4466844" y="206757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60620" y="2039112"/>
            <a:ext cx="845820" cy="28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Decode 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53712" y="2620790"/>
            <a:ext cx="12618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decodes it into an OpenCV image.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3328" y="339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1627632" cy="2871214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6313931" y="1956381"/>
            <a:ext cx="384048" cy="38404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EA580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6316911" y="2072151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43698" y="1943363"/>
            <a:ext cx="1184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Recognise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2756916"/>
            <a:ext cx="12618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 and hand services process the same frame.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84026" y="339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38160" y="1874519"/>
            <a:ext cx="1627632" cy="2838291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2" name="Shape 30"/>
          <p:cNvSpPr/>
          <p:nvPr/>
        </p:nvSpPr>
        <p:spPr>
          <a:xfrm>
            <a:off x="8202168" y="1943184"/>
            <a:ext cx="384048" cy="384048"/>
          </a:xfrm>
          <a:prstGeom prst="ellipse">
            <a:avLst/>
          </a:prstGeom>
          <a:solidFill>
            <a:srgbClr val="F3E8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/>
          <p:nvPr/>
        </p:nvSpPr>
        <p:spPr>
          <a:xfrm>
            <a:off x="8220456" y="206757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95944" y="1943184"/>
            <a:ext cx="859536" cy="39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293608" y="2368296"/>
            <a:ext cx="126187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33415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reduces flicker and stale results</a:t>
            </a: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9802368" y="3398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012680" y="1874519"/>
            <a:ext cx="1627632" cy="2827317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10113264" y="1953279"/>
            <a:ext cx="384048" cy="38404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10113264" y="2067577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671048" y="2024961"/>
            <a:ext cx="758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179170" y="2658152"/>
            <a:ext cx="137275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receives person, gesture and latency</a:t>
            </a: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1051560" y="4937760"/>
            <a:ext cx="10058400" cy="731520"/>
          </a:xfrm>
          <a:prstGeom prst="roundRect">
            <a:avLst>
              <a:gd name="adj" fmla="val 15000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1325880" y="5148072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WebSocket? It suits continuous video frames better than repeated request-response calls.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 recognition: the main assistive feature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5"/>
          <p:cNvSpPr/>
          <p:nvPr/>
        </p:nvSpPr>
        <p:spPr>
          <a:xfrm>
            <a:off x="6263640" y="1234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2331720" cy="1700784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492240" y="1870467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Enrol a known person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92240" y="2382012"/>
            <a:ext cx="1874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captures samples and stores face encodings locally</a:t>
            </a: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823960" y="1600200"/>
            <a:ext cx="2331720" cy="1700784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0"/>
          <p:cNvSpPr/>
          <p:nvPr/>
        </p:nvSpPr>
        <p:spPr>
          <a:xfrm>
            <a:off x="9052560" y="1801541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live frames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052560" y="2384514"/>
            <a:ext cx="1874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encoding is compared against the stored known encodings.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39842" y="3557015"/>
            <a:ext cx="2331720" cy="1700783"/>
          </a:xfrm>
          <a:prstGeom prst="roundRect">
            <a:avLst>
              <a:gd name="adj" fmla="val 8889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Text 13"/>
          <p:cNvSpPr/>
          <p:nvPr/>
        </p:nvSpPr>
        <p:spPr>
          <a:xfrm>
            <a:off x="6568442" y="3803904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a usable result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568442" y="4310877"/>
            <a:ext cx="1874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receives person, confidence, distance and latency</a:t>
            </a: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823960" y="3557016"/>
            <a:ext cx="2331720" cy="1700782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6"/>
          <p:cNvSpPr/>
          <p:nvPr/>
        </p:nvSpPr>
        <p:spPr>
          <a:xfrm>
            <a:off x="9052560" y="3721608"/>
            <a:ext cx="1874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Reduce flicker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052560" y="4213659"/>
            <a:ext cx="1874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session keeps the last known face briefly if detection drops</a:t>
            </a:r>
            <a:r>
              <a:rPr lang="en-US" sz="9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6263640" y="4892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5DEC78-5ECE-9061-A33E-44A5B3B31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5349239" cy="4598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Gesture recognition: simple interaction after recognition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493776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pic>
        <p:nvPicPr>
          <p:cNvPr id="7" name="Image 0" descr="/mnt/data/docx_media/image12.png"/>
          <p:cNvPicPr>
            <a:picLocks noChangeAspect="1"/>
          </p:cNvPicPr>
          <p:nvPr/>
        </p:nvPicPr>
        <p:blipFill>
          <a:blip r:embed="rId3"/>
          <a:srcRect l="4101" r="4101"/>
          <a:stretch/>
        </p:blipFill>
        <p:spPr>
          <a:xfrm>
            <a:off x="758952" y="1307592"/>
            <a:ext cx="4791456" cy="3922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0" y="124358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gesture side uses landmarks rather than raw image pixels.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5989320" y="1874520"/>
            <a:ext cx="2514600" cy="1521268"/>
          </a:xfrm>
          <a:prstGeom prst="round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217920" y="203911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 hand points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17920" y="2590805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 detects key hand landmarks from the frame.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823960" y="1874519"/>
            <a:ext cx="2514600" cy="1521267"/>
          </a:xfrm>
          <a:prstGeom prst="roundRect">
            <a:avLst>
              <a:gd name="adj" fmla="val 9600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0"/>
          <p:cNvSpPr/>
          <p:nvPr/>
        </p:nvSpPr>
        <p:spPr>
          <a:xfrm>
            <a:off x="9052560" y="203911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 features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052560" y="2506361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landmark gives x, y and z values for the dataset</a:t>
            </a:r>
            <a:r>
              <a:rPr lang="en-US" sz="9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5989320" y="3698748"/>
            <a:ext cx="2514600" cy="1521268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Text 13"/>
          <p:cNvSpPr/>
          <p:nvPr/>
        </p:nvSpPr>
        <p:spPr>
          <a:xfrm>
            <a:off x="6217920" y="3954089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model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920" y="4456318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trained classifier predicts the selected gesture.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823960" y="3713066"/>
            <a:ext cx="2514600" cy="1506949"/>
          </a:xfrm>
          <a:prstGeom prst="roundRect">
            <a:avLst>
              <a:gd name="adj" fmla="val 9600"/>
            </a:avLst>
          </a:prstGeom>
          <a:solidFill>
            <a:srgbClr val="F3E8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6"/>
          <p:cNvSpPr/>
          <p:nvPr/>
        </p:nvSpPr>
        <p:spPr>
          <a:xfrm>
            <a:off x="9207835" y="3773711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Smoothing logic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207835" y="4267916"/>
            <a:ext cx="2057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predictions are voted on before updating the final result.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89320" y="560406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simulation, gestures are only allowed to control the door after a face has been recognised.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and enrolment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2003675"/>
            <a:ext cx="4983480" cy="2635816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5"/>
          <p:cNvSpPr/>
          <p:nvPr/>
        </p:nvSpPr>
        <p:spPr>
          <a:xfrm>
            <a:off x="5989320" y="12344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database turns the prototype from fixed test images into an enrolable system.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89320" y="2057400"/>
            <a:ext cx="2423160" cy="137160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217920" y="213969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17920" y="2604487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ID, name, role and creation time for each enrolled person.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732520" y="2057400"/>
            <a:ext cx="2423160" cy="1353312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0"/>
          <p:cNvSpPr/>
          <p:nvPr/>
        </p:nvSpPr>
        <p:spPr>
          <a:xfrm>
            <a:off x="8961120" y="222199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face_encodings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61120" y="2594153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Stores the 128-D face encoding linked to that user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20940" y="3829050"/>
            <a:ext cx="2423160" cy="1376172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6"/>
          <p:cNvSpPr/>
          <p:nvPr/>
        </p:nvSpPr>
        <p:spPr>
          <a:xfrm>
            <a:off x="7749540" y="399364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</a:rPr>
              <a:t>Live recognition 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749540" y="4402836"/>
            <a:ext cx="1965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saving a person, the backend reloads known faces</a:t>
            </a: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E67847-2644-D0C8-1E52-4FA00896F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05" y="2270388"/>
            <a:ext cx="4833377" cy="21032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and user experience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Text 5"/>
          <p:cNvSpPr/>
          <p:nvPr/>
        </p:nvSpPr>
        <p:spPr>
          <a:xfrm>
            <a:off x="6812280" y="1188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PAGES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812280" y="1554479"/>
            <a:ext cx="1965960" cy="1678858"/>
          </a:xfrm>
          <a:prstGeom prst="roundRect">
            <a:avLst>
              <a:gd name="adj" fmla="val 10435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7040880" y="1700327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021902" y="2345437"/>
            <a:ext cx="16562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recognition view with overlay results.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0" y="1554479"/>
            <a:ext cx="1965960" cy="1678069"/>
          </a:xfrm>
          <a:prstGeom prst="roundRect">
            <a:avLst>
              <a:gd name="adj" fmla="val 10435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0"/>
          <p:cNvSpPr/>
          <p:nvPr/>
        </p:nvSpPr>
        <p:spPr>
          <a:xfrm>
            <a:off x="9372600" y="171907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Enrol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72599" y="2347421"/>
            <a:ext cx="1508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save a new known person.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12280" y="3552445"/>
            <a:ext cx="1965960" cy="1782312"/>
          </a:xfrm>
          <a:prstGeom prst="roundRect">
            <a:avLst>
              <a:gd name="adj" fmla="val 10435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6" name="Text 13"/>
          <p:cNvSpPr/>
          <p:nvPr/>
        </p:nvSpPr>
        <p:spPr>
          <a:xfrm>
            <a:off x="7040880" y="3717037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4447625"/>
            <a:ext cx="1508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Timed session and door open or close behaviour.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144000" y="3547872"/>
            <a:ext cx="1965960" cy="1782312"/>
          </a:xfrm>
          <a:prstGeom prst="roundRect">
            <a:avLst>
              <a:gd name="adj" fmla="val 10435"/>
            </a:avLst>
          </a:prstGeom>
          <a:solidFill>
            <a:srgbClr val="F3E8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6"/>
          <p:cNvSpPr/>
          <p:nvPr/>
        </p:nvSpPr>
        <p:spPr>
          <a:xfrm>
            <a:off x="9372600" y="371246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372599" y="4439028"/>
            <a:ext cx="1591575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recognised visitors are shown back to the user.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0880" y="5376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62852DD-2D98-89FA-8EA8-2BB45862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280160"/>
            <a:ext cx="58064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evidence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56235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8" name="Shape 5"/>
          <p:cNvSpPr/>
          <p:nvPr/>
        </p:nvSpPr>
        <p:spPr>
          <a:xfrm>
            <a:off x="6629400" y="1325879"/>
            <a:ext cx="4343400" cy="1314907"/>
          </a:xfrm>
          <a:prstGeom prst="round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/>
          <p:nvPr/>
        </p:nvSpPr>
        <p:spPr>
          <a:xfrm>
            <a:off x="6858000" y="1490472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service tests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58000" y="1949501"/>
            <a:ext cx="3886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backend service tests reached 85% overall coverage, with strong coverage on enrolment, face and frame services.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29400" y="2958084"/>
            <a:ext cx="4343400" cy="1314907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6858000" y="3106217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feature testing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858000" y="3501566"/>
            <a:ext cx="3886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tested known visitors, unknown visitors, hand gestures, simulation flow and frontend/backend connection stability</a:t>
            </a: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629400" y="4566513"/>
            <a:ext cx="4343400" cy="1584121"/>
          </a:xfrm>
          <a:prstGeom prst="roundRect">
            <a:avLst>
              <a:gd name="adj" fmla="val 9600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Text 12"/>
          <p:cNvSpPr/>
          <p:nvPr/>
        </p:nvSpPr>
        <p:spPr>
          <a:xfrm>
            <a:off x="6824357" y="4665958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testing showed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0" y="5257801"/>
            <a:ext cx="38862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works best with clear lighting, visible faces and visible hand positions. Smoothing improved unstable frame-by-frame predictions.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27CF66-2774-37AD-7D2D-BF6D1A4C7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86" y="1661823"/>
            <a:ext cx="5397662" cy="3396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95D5A-C761-9A0F-6B01-0DDE2B0DC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7">
            <a:extLst>
              <a:ext uri="{FF2B5EF4-FFF2-40B4-BE49-F238E27FC236}">
                <a16:creationId xmlns:a16="http://schemas.microsoft.com/office/drawing/2014/main" id="{DE664F06-8E2B-E1FD-3A86-F64F6650F6B4}"/>
              </a:ext>
            </a:extLst>
          </p:cNvPr>
          <p:cNvSpPr/>
          <p:nvPr/>
        </p:nvSpPr>
        <p:spPr>
          <a:xfrm>
            <a:off x="1716657" y="2108343"/>
            <a:ext cx="7591245" cy="3852510"/>
          </a:xfrm>
          <a:prstGeom prst="roundRect">
            <a:avLst>
              <a:gd name="adj" fmla="val 3380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A53AAFE-1F95-2F57-589D-3A40B4B5D27E}"/>
              </a:ext>
            </a:extLst>
          </p:cNvPr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8392F-5394-D95D-1C1C-210EEB463729}"/>
              </a:ext>
            </a:extLst>
          </p:cNvPr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2918CE-1A8C-504D-94A9-F92A0FAB51E2}"/>
              </a:ext>
            </a:extLst>
          </p:cNvPr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</a:rPr>
              <a:t>Jira </a:t>
            </a:r>
            <a:endParaRPr lang="en-US" sz="2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268F98-2B2F-EFA6-C208-3D49DB8ECCFC}"/>
              </a:ext>
            </a:extLst>
          </p:cNvPr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9A58458-4E6A-6F98-3DC4-196DEEF14186}"/>
              </a:ext>
            </a:extLst>
          </p:cNvPr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0A12951-5E0B-FABB-7D9D-F448B78C9A72}"/>
              </a:ext>
            </a:extLst>
          </p:cNvPr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6C11033-5303-064C-2251-0481D7A4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280250"/>
            <a:ext cx="7020177" cy="3562271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704251A1-F9E8-3396-DC4B-2BCC3726C63F}"/>
              </a:ext>
            </a:extLst>
          </p:cNvPr>
          <p:cNvSpPr/>
          <p:nvPr/>
        </p:nvSpPr>
        <p:spPr>
          <a:xfrm>
            <a:off x="914400" y="154095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73FC2DD-4866-5271-4771-A29186CAC365}"/>
              </a:ext>
            </a:extLst>
          </p:cNvPr>
          <p:cNvSpPr/>
          <p:nvPr/>
        </p:nvSpPr>
        <p:spPr>
          <a:xfrm>
            <a:off x="577969" y="1161346"/>
            <a:ext cx="9023230" cy="9286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30C5C500-7B0C-DE1D-EDEB-14E1461EF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820061"/>
            <a:ext cx="94880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Used to break the project into smaller tasks and sprints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Tracked progress across face recognition, gesture recognition, frontend, backend and testing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Helped show steady development rather than leaving everything until the end </a:t>
            </a:r>
          </a:p>
        </p:txBody>
      </p:sp>
    </p:spTree>
    <p:extLst>
      <p:ext uri="{BB962C8B-B14F-4D97-AF65-F5344CB8AC3E}">
        <p14:creationId xmlns:p14="http://schemas.microsoft.com/office/powerpoint/2010/main" val="374078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C2BBB-C6A3-647A-BD6F-A2F658AE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5C61CA-F5F9-7DB6-A427-D4ACD37B4EE0}"/>
              </a:ext>
            </a:extLst>
          </p:cNvPr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4EECB2-95CE-778F-E404-055E68E383B8}"/>
              </a:ext>
            </a:extLst>
          </p:cNvPr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68E191-EB28-E848-4C92-FB1585E742E6}"/>
              </a:ext>
            </a:extLst>
          </p:cNvPr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</a:rPr>
              <a:t>GitHub  </a:t>
            </a:r>
            <a:endParaRPr lang="en-US" sz="2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05D07C0-7F22-E88D-9035-2EA39A09C027}"/>
              </a:ext>
            </a:extLst>
          </p:cNvPr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098767D-5054-E010-6CBD-A74F5005CAD7}"/>
              </a:ext>
            </a:extLst>
          </p:cNvPr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6543D1B-ED3E-870E-C4DC-27D33E07A02B}"/>
              </a:ext>
            </a:extLst>
          </p:cNvPr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8A52674-D7F8-4345-6D27-4D920040D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8" y="2556593"/>
            <a:ext cx="5803473" cy="34783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FDAE1E-9A61-02AA-D3AE-B47D767F6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72923"/>
            <a:ext cx="5562600" cy="3498693"/>
          </a:xfrm>
          <a:prstGeom prst="rect">
            <a:avLst/>
          </a:prstGeom>
        </p:spPr>
      </p:pic>
      <p:sp>
        <p:nvSpPr>
          <p:cNvPr id="23" name="Rectangle 1">
            <a:extLst>
              <a:ext uri="{FF2B5EF4-FFF2-40B4-BE49-F238E27FC236}">
                <a16:creationId xmlns:a16="http://schemas.microsoft.com/office/drawing/2014/main" id="{BC6E0D0D-2E2B-5FCD-5D6D-A4AA9EFD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30" y="892206"/>
            <a:ext cx="66602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Used for source control and tracking implementation progress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Commit history shows the project being built in stages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Helped manage changes across frontend, backend and training code </a:t>
            </a:r>
          </a:p>
        </p:txBody>
      </p:sp>
    </p:spTree>
    <p:extLst>
      <p:ext uri="{BB962C8B-B14F-4D97-AF65-F5344CB8AC3E}">
        <p14:creationId xmlns:p14="http://schemas.microsoft.com/office/powerpoint/2010/main" val="3607933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15C-2EC6-9C06-236D-23F012EE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FA06B8-8F46-798E-D927-F096FD523552}"/>
              </a:ext>
            </a:extLst>
          </p:cNvPr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CC5960-DCD5-B99F-CC40-660B92075179}"/>
              </a:ext>
            </a:extLst>
          </p:cNvPr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11E40E-9CB1-82B7-23F7-DA59925256A3}"/>
              </a:ext>
            </a:extLst>
          </p:cNvPr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</a:rPr>
              <a:t>OneNote, </a:t>
            </a:r>
            <a:r>
              <a:rPr lang="en-US" sz="2700" b="1" dirty="0" err="1">
                <a:solidFill>
                  <a:srgbClr val="0B1F3A"/>
                </a:solidFill>
                <a:latin typeface="Aptos Display" pitchFamily="34" charset="0"/>
              </a:rPr>
              <a:t>TeamWork</a:t>
            </a: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</a:rPr>
              <a:t> and Reflection  </a:t>
            </a:r>
            <a:endParaRPr lang="en-US" sz="27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CDE6AE-AE8B-69EE-9D04-B4008EED3374}"/>
              </a:ext>
            </a:extLst>
          </p:cNvPr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D391B12-0C32-50FB-B140-A6B21A54D867}"/>
              </a:ext>
            </a:extLst>
          </p:cNvPr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686FAA-2143-9ED5-FD83-40FCC31E8CDA}"/>
              </a:ext>
            </a:extLst>
          </p:cNvPr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3E449C-366C-58D9-2076-EE7CD4B70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360981"/>
            <a:ext cx="5814204" cy="3351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9CDF24-5479-BB53-A652-6C75983B5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39" y="2437448"/>
            <a:ext cx="5227608" cy="327456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4183FDDF-1DC3-9B9E-71D3-CE854B88E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16" y="696944"/>
            <a:ext cx="93085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Used OneNote to record weekly progress, blockers and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Took notes from stand-ups and supervisor meetings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Shared progress updates and explained what I had completed each week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</a:rPr>
              <a:t>Reflected on technical problems such as lag, flickering and recognition accuracy </a:t>
            </a:r>
          </a:p>
        </p:txBody>
      </p:sp>
    </p:spTree>
    <p:extLst>
      <p:ext uri="{BB962C8B-B14F-4D97-AF65-F5344CB8AC3E}">
        <p14:creationId xmlns:p14="http://schemas.microsoft.com/office/powerpoint/2010/main" val="4081454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Evaluation, limitations and next step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155680" cy="10973"/>
          </a:xfrm>
          <a:prstGeom prst="rect">
            <a:avLst/>
          </a:prstGeom>
          <a:solidFill>
            <a:srgbClr val="D7E3F4"/>
          </a:solidFill>
          <a:ln w="12700">
            <a:solidFill>
              <a:srgbClr val="D7E3F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DCFCE7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914400" y="154095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prototype proved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728216"/>
            <a:ext cx="2788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pipeline can work end-to-end: camera input, WebSocket transfer, recognition, smoothing, database support and a usable web interface.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FFEDD5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4709160" y="139903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did not prove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09160" y="1728216"/>
            <a:ext cx="2788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has not been tested as a deployed product in a real home, with varied cameras, weather, lighting or long-term users.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75320" y="123444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EFF6FF"/>
          </a:solidFill>
          <a:ln w="12700">
            <a:solidFill>
              <a:srgbClr val="D7E3F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8503920" y="139903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3920" y="1728216"/>
            <a:ext cx="2788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user testing, better camera hardware, stronger privacy controls, mobile notifications and more robust model evaluation.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7300" y="5577840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BF78-6C52-63F7-669A-FAE14E88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AFFDA8-76EA-B449-9621-2AD43749FF47}"/>
              </a:ext>
            </a:extLst>
          </p:cNvPr>
          <p:cNvSpPr/>
          <p:nvPr/>
        </p:nvSpPr>
        <p:spPr>
          <a:xfrm>
            <a:off x="0" y="0"/>
            <a:ext cx="2011680" cy="114300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7F4761-5B17-9BDA-9C7C-24ECBA990128}"/>
              </a:ext>
            </a:extLst>
          </p:cNvPr>
          <p:cNvSpPr/>
          <p:nvPr/>
        </p:nvSpPr>
        <p:spPr>
          <a:xfrm>
            <a:off x="10561320" y="5623560"/>
            <a:ext cx="2194560" cy="1188720"/>
          </a:xfrm>
          <a:prstGeom prst="ellipse">
            <a:avLst/>
          </a:prstGeom>
          <a:solidFill>
            <a:srgbClr val="E8FFF5"/>
          </a:solidFill>
          <a:ln w="12700">
            <a:solidFill>
              <a:srgbClr val="E8FFF5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106AC05-DEA3-C0F8-8653-4B6F3CD06A38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8927425-A940-0DE4-39F6-B450B86D7027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9C2321-E716-2A51-11BD-3DBA3AB8857A}"/>
              </a:ext>
            </a:extLst>
          </p:cNvPr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EA573D-5E19-8F26-A269-A1C57153E24B}"/>
              </a:ext>
            </a:extLst>
          </p:cNvPr>
          <p:cNvSpPr/>
          <p:nvPr/>
        </p:nvSpPr>
        <p:spPr>
          <a:xfrm>
            <a:off x="6858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/>
              <a:t>DEMO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69CAA9-6D35-168C-B9D8-9F3AF0C9681D}"/>
              </a:ext>
            </a:extLst>
          </p:cNvPr>
          <p:cNvSpPr/>
          <p:nvPr/>
        </p:nvSpPr>
        <p:spPr>
          <a:xfrm>
            <a:off x="713232" y="263804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BBC359E-FB37-1CD6-87DB-8913C5CCE0B9}"/>
              </a:ext>
            </a:extLst>
          </p:cNvPr>
          <p:cNvSpPr/>
          <p:nvPr/>
        </p:nvSpPr>
        <p:spPr>
          <a:xfrm>
            <a:off x="822960" y="304038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5FB52D-4B42-C527-9039-BAF0D1C05173}"/>
              </a:ext>
            </a:extLst>
          </p:cNvPr>
          <p:cNvSpPr/>
          <p:nvPr/>
        </p:nvSpPr>
        <p:spPr>
          <a:xfrm>
            <a:off x="2651760" y="304038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95986A-F060-FE3D-EE1B-80C06D540EA4}"/>
              </a:ext>
            </a:extLst>
          </p:cNvPr>
          <p:cNvSpPr/>
          <p:nvPr/>
        </p:nvSpPr>
        <p:spPr>
          <a:xfrm>
            <a:off x="713232" y="4139946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E0B6032-A451-FCCE-A534-E185A2DBDFC6}"/>
              </a:ext>
            </a:extLst>
          </p:cNvPr>
          <p:cNvSpPr/>
          <p:nvPr/>
        </p:nvSpPr>
        <p:spPr>
          <a:xfrm>
            <a:off x="6446520" y="56052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F4056EB-558C-BE2D-8A1C-221CD1F19DD7}"/>
              </a:ext>
            </a:extLst>
          </p:cNvPr>
          <p:cNvSpPr/>
          <p:nvPr/>
        </p:nvSpPr>
        <p:spPr>
          <a:xfrm>
            <a:off x="713232" y="6053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13719B3-BFA2-0B4D-1609-EB923588D0EE}"/>
              </a:ext>
            </a:extLst>
          </p:cNvPr>
          <p:cNvSpPr/>
          <p:nvPr/>
        </p:nvSpPr>
        <p:spPr>
          <a:xfrm>
            <a:off x="502920" y="655624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Eoin Fitzpatrick | ATU Galway | AI Smart Doorbell</a:t>
            </a:r>
            <a:endParaRPr lang="en-US" sz="8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DC866B4-8915-0C49-D814-56B1FEC2F072}"/>
              </a:ext>
            </a:extLst>
          </p:cNvPr>
          <p:cNvSpPr/>
          <p:nvPr/>
        </p:nvSpPr>
        <p:spPr>
          <a:xfrm>
            <a:off x="11109960" y="6519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890A8"/>
                </a:solidFill>
                <a:latin typeface="Aptos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4981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1095</Words>
  <Application>Microsoft Office PowerPoint</Application>
  <PresentationFormat>Widescreen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ATU Galway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Smart Doorbell</dc:title>
  <dc:subject>AI Smart Doorbell Final Year Project Presentation</dc:subject>
  <dc:creator>Eoin Fitzpatrick</dc:creator>
  <cp:lastModifiedBy>EOIN FITZPATRICK - STUDENT</cp:lastModifiedBy>
  <cp:revision>2</cp:revision>
  <dcterms:created xsi:type="dcterms:W3CDTF">2026-04-27T14:33:17Z</dcterms:created>
  <dcterms:modified xsi:type="dcterms:W3CDTF">2026-04-27T20:52:21Z</dcterms:modified>
</cp:coreProperties>
</file>